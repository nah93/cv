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1" autoAdjust="0"/>
    <p:restoredTop sz="94660"/>
  </p:normalViewPr>
  <p:slideViewPr>
    <p:cSldViewPr snapToGrid="0">
      <p:cViewPr varScale="1">
        <p:scale>
          <a:sx n="62" d="100"/>
          <a:sy n="62" d="100"/>
        </p:scale>
        <p:origin x="64" y="3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C9C6-6B09-4D57-8558-32E9EECB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136CAB-7E36-4D09-B065-1426F8960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11F15-A9D0-418C-B081-7FAE9AA22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95B17-9EF8-4570-BDDD-395CF7449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D6788-6E75-4199-BF53-C0FF739B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9311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203D-5D9F-4F15-93B9-F00F75CEF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291FB-9958-4DE3-9C44-2295EB742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D8406-645A-48B5-BADA-279B3697C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084F-C609-47EF-B8B1-C74EDEBD5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E1FD-4CA6-43F5-8FE1-059237ADF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318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AB73-4393-43C4-8781-28BA06EC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EB8DF-6450-4356-8223-E9A15869C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D18D47-AF12-44AB-8974-C3C0DE58F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2CE2A-0EC2-45C8-82D0-FC40E3C2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6CAFC-802B-4DFA-9DF7-C2D97D39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46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8D58-B2A4-472F-B0BF-B7034BE5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7613E-09A2-41FC-8DF0-E58C6D822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25D28-4A3F-4FB0-AD09-C8AC50D0D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15C8F-5970-46BB-9E18-E2677EEE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B6718-4A34-470B-919B-6217178A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710C7-D146-42B3-9FF9-23B922EA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48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DB34-1986-4531-A1B1-1AE219339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32DC7-25EF-4BDA-83F8-B4D948B07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7F9A8-C240-429E-9B5F-D18E734C3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52A532-C398-46A8-93EE-F5BC0FB129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3BDC8-A83A-405B-B3DA-5B6555DD8A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D19C1-82FB-4078-9930-F36D639C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A25F2-0E0A-46D1-BD14-C2D02C0A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F00B9D-F125-4F04-AF62-3673D26B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1253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2253A-BAAD-4E34-B91B-4B0631999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4D52E-6C50-4856-8572-F3FFC74D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BF74C0-AE35-4488-B843-B0C068846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675E37-E637-4A5B-9126-FF0A585FA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130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92D1C9-F5EB-4164-A650-FA4AFF236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3F360D-FC04-4E87-8296-0415DD25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BB382-504B-4F63-95C1-0AB1CE3C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785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51FE5-7203-486F-A29A-62177B449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5DDAC-77F3-4ED7-B8A8-7AC541286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17ED4-2C97-4DD8-AC13-B0733CC88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C4E81-1DBE-46A0-9EF0-CCAD38AA9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2F5C9-4CD5-46EA-90CB-A6A7EC0A5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F7AE3-2BC9-4535-B751-A02110B5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05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67BC-654A-4C53-8EE0-3374D5064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751C0-6259-414E-815E-87884A39F2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FA5DE6-2275-4E64-AD70-A29D6D9583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8C093-772F-4941-95CD-6A38BB3BC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2943A1-A755-419A-A5C2-B2D93C975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2445D-0F7A-4CC5-A816-F68B4E3C2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87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DA5F-0362-4D9B-B239-DFEC2CF01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A10B3-3360-4214-A851-16F8B3911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B5E90-5673-4474-8AF9-692B37D1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433ED-FBE4-444C-9330-F3B32944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35DC0-FEB5-4957-BAC9-BE8634E0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7107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7655BB-849F-4E57-B0AC-77864D0D0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A1FDC-0821-4544-8CB2-F6E3913ACF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A9C93-DB82-4CF7-9EA0-D75E90910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2E454-2201-49BD-B7BE-53D0FBE2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334F7-6B7D-4DA6-9C0C-26DA75B8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467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CFFE7F-B828-4710-97B2-DEBCB180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D3E6D-E78B-4449-9828-83C745A8F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0EEF9-EF8C-494E-B6B6-5B8598429B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2E39F-4CD1-4AE7-8520-9798667B5B25}" type="datetimeFigureOut">
              <a:rPr lang="en-CA" smtClean="0"/>
              <a:t>2020-06-27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6A5FC-BFB2-473A-8D75-E7E1193C9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D42FE-EFCC-4E5B-B73B-E545C2273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632E5-5ABA-4005-800F-EA521C6D307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2370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B54203C1-B055-49ED-8AC0-21B1F872D8C5}"/>
              </a:ext>
            </a:extLst>
          </p:cNvPr>
          <p:cNvGrpSpPr/>
          <p:nvPr/>
        </p:nvGrpSpPr>
        <p:grpSpPr>
          <a:xfrm>
            <a:off x="83889" y="734475"/>
            <a:ext cx="12108111" cy="4760314"/>
            <a:chOff x="0" y="457638"/>
            <a:chExt cx="14957571" cy="58194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35423E-7C8C-4E6A-A2BC-D5E1F144D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57638"/>
              <a:ext cx="6096000" cy="475192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5D651A2-CE41-4CA4-8D25-87E9C7BCA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861572" y="457638"/>
              <a:ext cx="6095999" cy="4751924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A4A5FAE-E22D-460D-B4DB-09CB3E6C8125}"/>
                </a:ext>
              </a:extLst>
            </p:cNvPr>
            <p:cNvSpPr/>
            <p:nvPr/>
          </p:nvSpPr>
          <p:spPr>
            <a:xfrm>
              <a:off x="5486400" y="2443293"/>
              <a:ext cx="3984771" cy="383376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EE21286-9CD3-443E-8656-91157440A6B3}"/>
                </a:ext>
              </a:extLst>
            </p:cNvPr>
            <p:cNvSpPr txBox="1"/>
            <p:nvPr/>
          </p:nvSpPr>
          <p:spPr>
            <a:xfrm>
              <a:off x="5486399" y="2516538"/>
              <a:ext cx="3984771" cy="36872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sz="19000" dirty="0">
                  <a:latin typeface="Algerian" panose="04020705040A02060702" pitchFamily="82" charset="0"/>
                </a:rPr>
                <a:t>TN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9256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Nah</dc:creator>
  <cp:lastModifiedBy>Tom Nah</cp:lastModifiedBy>
  <cp:revision>3</cp:revision>
  <dcterms:created xsi:type="dcterms:W3CDTF">2020-06-27T23:33:06Z</dcterms:created>
  <dcterms:modified xsi:type="dcterms:W3CDTF">2020-06-28T03:39:14Z</dcterms:modified>
</cp:coreProperties>
</file>